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6858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216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857250" y="1122363"/>
            <a:ext cx="5143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857250" y="3602038"/>
            <a:ext cx="5143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67915" y="1709738"/>
            <a:ext cx="5915025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7915" y="4589463"/>
            <a:ext cx="59150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71487" y="1825625"/>
            <a:ext cx="291465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3471862" y="1825625"/>
            <a:ext cx="291465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72380" y="365125"/>
            <a:ext cx="5915025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72380" y="1681163"/>
            <a:ext cx="290125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72380" y="2505074"/>
            <a:ext cx="2901255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3471862" y="1681163"/>
            <a:ext cx="291554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3471862" y="2505074"/>
            <a:ext cx="2915543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72380" y="457200"/>
            <a:ext cx="2211883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2915543" y="987425"/>
            <a:ext cx="34718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72380" y="2057400"/>
            <a:ext cx="22118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72380" y="457200"/>
            <a:ext cx="2211883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915543" y="987425"/>
            <a:ext cx="3471862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72380" y="2057400"/>
            <a:ext cx="221188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4907756" y="365125"/>
            <a:ext cx="1478756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71487" y="365125"/>
            <a:ext cx="4350543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71487" y="365125"/>
            <a:ext cx="59150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71487" y="1825625"/>
            <a:ext cx="59150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71487" y="6356350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271712" y="6356350"/>
            <a:ext cx="23145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4843462" y="6356350"/>
            <a:ext cx="15430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089034" name=""/>
          <p:cNvSpPr/>
          <p:nvPr/>
        </p:nvSpPr>
        <p:spPr bwMode="auto">
          <a:xfrm flipH="0" flipV="0">
            <a:off x="-416776" y="1097100"/>
            <a:ext cx="7691552" cy="466379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30000" b="1">
                <a:ln>
                  <a:noFill/>
                </a:ln>
                <a:solidFill>
                  <a:schemeClr val="bg1"/>
                </a:solidFill>
                <a:latin typeface="Montserrat Black"/>
                <a:ea typeface="Montserrat Black"/>
                <a:cs typeface="Montserrat Black"/>
              </a:rPr>
              <a:t>AK</a:t>
            </a:r>
            <a:endParaRPr sz="30000" b="1">
              <a:ln>
                <a:noFill/>
              </a:ln>
              <a:solidFill>
                <a:schemeClr val="bg1"/>
              </a:solidFill>
              <a:latin typeface="Montserrat Black"/>
              <a:cs typeface="Montserrat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ONLYOFFICE/8.0.1.31</Application>
  <DocSecurity>0</DocSecurity>
  <PresentationFormat>Widescreen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6</cp:revision>
  <dcterms:modified xsi:type="dcterms:W3CDTF">2024-03-16T02:31:35Z</dcterms:modified>
  <cp:category/>
  <cp:contentStatus/>
  <cp:version/>
</cp:coreProperties>
</file>